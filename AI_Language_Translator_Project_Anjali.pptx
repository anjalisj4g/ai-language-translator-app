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Language Translator 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Built using Python &amp; Streamlit</a:t>
            </a:r>
          </a:p>
          <a:p>
            <a:r>
              <a:t>Anjali J.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Language barriers make communication difficult.</a:t>
            </a:r>
          </a:p>
          <a:p>
            <a:pPr lvl="1"/>
            <a:r>
              <a:t>Need for a simple and interactive translation tool.</a:t>
            </a:r>
          </a:p>
          <a:p>
            <a:pPr lvl="1"/>
            <a:r>
              <a:t>Goal: Build a real-time AI-powered language translator.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Python</a:t>
            </a:r>
          </a:p>
          <a:p>
            <a:pPr lvl="1"/>
            <a:r>
              <a:t>Streamlit</a:t>
            </a:r>
          </a:p>
          <a:p>
            <a:pPr lvl="1"/>
            <a:r>
              <a:t>Googletrans Library</a:t>
            </a:r>
          </a:p>
          <a:p>
            <a:pPr lvl="1"/>
            <a:r>
              <a:t>VS Code</a:t>
            </a:r>
          </a:p>
          <a:p>
            <a:pPr lvl="1"/>
            <a:r>
              <a:t>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Created Streamlit user interface.</a:t>
            </a:r>
          </a:p>
          <a:p>
            <a:pPr lvl="1"/>
            <a:r>
              <a:t>Integrated Google Translate API via googletrans.</a:t>
            </a:r>
          </a:p>
          <a:p>
            <a:pPr lvl="1"/>
            <a:r>
              <a:t>Added source and target language selection.</a:t>
            </a:r>
          </a:p>
          <a:p>
            <a:pPr lvl="1"/>
            <a:r>
              <a:t>Displayed translated output dynamically.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User-friendly interface.</a:t>
            </a:r>
          </a:p>
          <a:p>
            <a:pPr lvl="1"/>
            <a:r>
              <a:t>Supports multiple languages.</a:t>
            </a:r>
          </a:p>
          <a:p>
            <a:pPr lvl="1"/>
            <a:r>
              <a:t>Real-time translation.</a:t>
            </a:r>
          </a:p>
          <a:p>
            <a:pPr lvl="1"/>
            <a:r>
              <a:t>Clean UI with customized background.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Building AI applications using Python.</a:t>
            </a:r>
          </a:p>
          <a:p>
            <a:pPr lvl="1"/>
            <a:r>
              <a:t>Working with external APIs.</a:t>
            </a:r>
          </a:p>
          <a:p>
            <a:pPr lvl="1"/>
            <a:r>
              <a:t>Deploying apps with Streamlit.</a:t>
            </a:r>
          </a:p>
          <a:p>
            <a:pPr lvl="1"/>
            <a:r>
              <a:t>Version control using GitHub.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Add voice input feature.</a:t>
            </a:r>
          </a:p>
          <a:p>
            <a:pPr lvl="1"/>
            <a:r>
              <a:t>Improve translation accuracy using advanced models.</a:t>
            </a:r>
          </a:p>
          <a:p>
            <a:pPr lvl="1"/>
            <a:r>
              <a:t>Deploy on cloud platform.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GitHub Repository: (Add your link here)</a:t>
            </a:r>
          </a:p>
          <a:p>
            <a:pPr lvl="1"/>
            <a:r>
              <a:t>Open to AI/ML Internship Opportunities.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